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 Sales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Exploratory Data Analysis using Python</a:t>
            </a:r>
          </a:p>
          <a:p>
            <a:r>
              <a:t>By Soham Desai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performs Exploratory Data Analysis (EDA)</a:t>
            </a:r>
          </a:p>
          <a:p>
            <a:r>
              <a:t>on car sales data to uncover trends and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sales trends</a:t>
            </a:r>
          </a:p>
          <a:p>
            <a:r>
              <a:t>• Identify key factors influencing sales</a:t>
            </a:r>
          </a:p>
          <a:p>
            <a:r>
              <a:t>• Support data-driven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Car sales transactional data</a:t>
            </a:r>
          </a:p>
          <a:p>
            <a:r>
              <a:t>• Includes price, brand, fuel type, year, mileage</a:t>
            </a:r>
          </a:p>
          <a:p>
            <a:r>
              <a:t>• Structured tabular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Pandas &amp; NumPy</a:t>
            </a:r>
          </a:p>
          <a:p>
            <a:r>
              <a:t>• Matplotlib &amp; Seaborn</a:t>
            </a:r>
          </a:p>
          <a:p>
            <a:r>
              <a:t>• Jupyter Notebook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Cleaning</a:t>
            </a:r>
          </a:p>
          <a:p>
            <a:r>
              <a:t>• Univariate &amp; Bivariate Analysis</a:t>
            </a:r>
          </a:p>
          <a:p>
            <a:r>
              <a:t>• Visualization</a:t>
            </a:r>
          </a:p>
          <a:p>
            <a:r>
              <a:t>• Insight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distribution by brand</a:t>
            </a:r>
          </a:p>
          <a:p>
            <a:r>
              <a:t>• Price vs mileage trends</a:t>
            </a:r>
          </a:p>
          <a:p>
            <a:r>
              <a:t>• Fuel type impact on sales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stakeholders understand</a:t>
            </a:r>
          </a:p>
          <a:p>
            <a:r>
              <a:t>market behavior and customer preferences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Soham Desai</a:t>
            </a:r>
          </a:p>
          <a:p>
            <a:r>
              <a:t>Aspiring Data Analyst</a:t>
            </a:r>
          </a:p>
          <a:p>
            <a:r>
              <a:t>GitHub: Soham2081</a:t>
            </a:r>
          </a:p>
          <a:p>
            <a:r>
              <a:t>LinkedIn: Soham Desai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